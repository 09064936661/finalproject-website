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753600" cy="7315200"/>
  <p:notesSz cx="6858000" cy="9144000"/>
  <p:embeddedFontLst>
    <p:embeddedFont>
      <p:font typeface="Canva Sans Bold" charset="1" panose="020B08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14.png" Type="http://schemas.openxmlformats.org/officeDocument/2006/relationships/image"/><Relationship Id="rId15" Target="../media/image15.svg" Type="http://schemas.openxmlformats.org/officeDocument/2006/relationships/image"/><Relationship Id="rId16" Target="../media/image16.png" Type="http://schemas.openxmlformats.org/officeDocument/2006/relationships/image"/><Relationship Id="rId17" Target="../media/image17.svg" Type="http://schemas.openxmlformats.org/officeDocument/2006/relationships/image"/><Relationship Id="rId18" Target="../media/image18.png" Type="http://schemas.openxmlformats.org/officeDocument/2006/relationships/image"/><Relationship Id="rId19" Target="../media/image19.svg" Type="http://schemas.openxmlformats.org/officeDocument/2006/relationships/image"/><Relationship Id="rId2" Target="../media/image2.png" Type="http://schemas.openxmlformats.org/officeDocument/2006/relationships/image"/><Relationship Id="rId20" Target="../media/image20.png" Type="http://schemas.openxmlformats.org/officeDocument/2006/relationships/image"/><Relationship Id="rId21" Target="../media/image21.svg" Type="http://schemas.openxmlformats.org/officeDocument/2006/relationships/image"/><Relationship Id="rId22" Target="../media/image22.png" Type="http://schemas.openxmlformats.org/officeDocument/2006/relationships/image"/><Relationship Id="rId23" Target="../media/image23.svg" Type="http://schemas.openxmlformats.org/officeDocument/2006/relationships/image"/><Relationship Id="rId24" Target="../media/image24.png" Type="http://schemas.openxmlformats.org/officeDocument/2006/relationships/image"/><Relationship Id="rId25" Target="../media/image25.sv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91066" y="2598081"/>
            <a:ext cx="3022997" cy="270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1"/>
              </a:lnSpc>
              <a:spcBef>
                <a:spcPct val="0"/>
              </a:spcBef>
            </a:pPr>
            <a:r>
              <a:rPr lang="en-US" b="true" sz="170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BLONDE SHOP WEB SYSTEM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83049" y="877104"/>
            <a:ext cx="8439031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Acosta, Kobe Andrei R,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71021" y="3342846"/>
            <a:ext cx="7463086" cy="3554295"/>
          </a:xfrm>
          <a:custGeom>
            <a:avLst/>
            <a:gdLst/>
            <a:ahLst/>
            <a:cxnLst/>
            <a:rect r="r" b="b" t="t" l="l"/>
            <a:pathLst>
              <a:path h="3554295" w="7463086">
                <a:moveTo>
                  <a:pt x="0" y="0"/>
                </a:moveTo>
                <a:lnTo>
                  <a:pt x="7463087" y="0"/>
                </a:lnTo>
                <a:lnTo>
                  <a:pt x="7463087" y="3554294"/>
                </a:lnTo>
                <a:lnTo>
                  <a:pt x="0" y="35542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86697" y="457958"/>
            <a:ext cx="1387792" cy="1233873"/>
          </a:xfrm>
          <a:custGeom>
            <a:avLst/>
            <a:gdLst/>
            <a:ahLst/>
            <a:cxnLst/>
            <a:rect r="r" b="b" t="t" l="l"/>
            <a:pathLst>
              <a:path h="1233873" w="1387792">
                <a:moveTo>
                  <a:pt x="0" y="0"/>
                </a:moveTo>
                <a:lnTo>
                  <a:pt x="1387791" y="0"/>
                </a:lnTo>
                <a:lnTo>
                  <a:pt x="1387791" y="1233873"/>
                </a:lnTo>
                <a:lnTo>
                  <a:pt x="0" y="12338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1538" y="3873692"/>
            <a:ext cx="1079300" cy="1097255"/>
          </a:xfrm>
          <a:custGeom>
            <a:avLst/>
            <a:gdLst/>
            <a:ahLst/>
            <a:cxnLst/>
            <a:rect r="r" b="b" t="t" l="l"/>
            <a:pathLst>
              <a:path h="1097255" w="1079300">
                <a:moveTo>
                  <a:pt x="0" y="0"/>
                </a:moveTo>
                <a:lnTo>
                  <a:pt x="1079300" y="0"/>
                </a:lnTo>
                <a:lnTo>
                  <a:pt x="1079300" y="1097255"/>
                </a:lnTo>
                <a:lnTo>
                  <a:pt x="0" y="10972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099598" y="1899239"/>
            <a:ext cx="1372025" cy="1080158"/>
          </a:xfrm>
          <a:custGeom>
            <a:avLst/>
            <a:gdLst/>
            <a:ahLst/>
            <a:cxnLst/>
            <a:rect r="r" b="b" t="t" l="l"/>
            <a:pathLst>
              <a:path h="1080158" w="1372025">
                <a:moveTo>
                  <a:pt x="0" y="0"/>
                </a:moveTo>
                <a:lnTo>
                  <a:pt x="1372025" y="0"/>
                </a:lnTo>
                <a:lnTo>
                  <a:pt x="1372025" y="1080158"/>
                </a:lnTo>
                <a:lnTo>
                  <a:pt x="0" y="10801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86803" y="2110931"/>
            <a:ext cx="978178" cy="979960"/>
          </a:xfrm>
          <a:custGeom>
            <a:avLst/>
            <a:gdLst/>
            <a:ahLst/>
            <a:cxnLst/>
            <a:rect r="r" b="b" t="t" l="l"/>
            <a:pathLst>
              <a:path h="979960" w="978178">
                <a:moveTo>
                  <a:pt x="0" y="0"/>
                </a:moveTo>
                <a:lnTo>
                  <a:pt x="978178" y="0"/>
                </a:lnTo>
                <a:lnTo>
                  <a:pt x="978178" y="979960"/>
                </a:lnTo>
                <a:lnTo>
                  <a:pt x="0" y="9799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42300" y="457958"/>
            <a:ext cx="802312" cy="802312"/>
          </a:xfrm>
          <a:custGeom>
            <a:avLst/>
            <a:gdLst/>
            <a:ahLst/>
            <a:cxnLst/>
            <a:rect r="r" b="b" t="t" l="l"/>
            <a:pathLst>
              <a:path h="802312" w="802312">
                <a:moveTo>
                  <a:pt x="0" y="0"/>
                </a:moveTo>
                <a:lnTo>
                  <a:pt x="802311" y="0"/>
                </a:lnTo>
                <a:lnTo>
                  <a:pt x="802311" y="802312"/>
                </a:lnTo>
                <a:lnTo>
                  <a:pt x="0" y="8023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743102" y="3623302"/>
            <a:ext cx="1399633" cy="1399633"/>
          </a:xfrm>
          <a:custGeom>
            <a:avLst/>
            <a:gdLst/>
            <a:ahLst/>
            <a:cxnLst/>
            <a:rect r="r" b="b" t="t" l="l"/>
            <a:pathLst>
              <a:path h="1399633" w="1399633">
                <a:moveTo>
                  <a:pt x="0" y="0"/>
                </a:moveTo>
                <a:lnTo>
                  <a:pt x="1399632" y="0"/>
                </a:lnTo>
                <a:lnTo>
                  <a:pt x="1399632" y="1399632"/>
                </a:lnTo>
                <a:lnTo>
                  <a:pt x="0" y="139963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540340" y="3657600"/>
            <a:ext cx="1245271" cy="1444935"/>
          </a:xfrm>
          <a:custGeom>
            <a:avLst/>
            <a:gdLst/>
            <a:ahLst/>
            <a:cxnLst/>
            <a:rect r="r" b="b" t="t" l="l"/>
            <a:pathLst>
              <a:path h="1444935" w="1245271">
                <a:moveTo>
                  <a:pt x="0" y="0"/>
                </a:moveTo>
                <a:lnTo>
                  <a:pt x="1245271" y="0"/>
                </a:lnTo>
                <a:lnTo>
                  <a:pt x="1245271" y="1444935"/>
                </a:lnTo>
                <a:lnTo>
                  <a:pt x="0" y="144493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255007" y="5448016"/>
            <a:ext cx="1255321" cy="1390319"/>
          </a:xfrm>
          <a:custGeom>
            <a:avLst/>
            <a:gdLst/>
            <a:ahLst/>
            <a:cxnLst/>
            <a:rect r="r" b="b" t="t" l="l"/>
            <a:pathLst>
              <a:path h="1390319" w="1255321">
                <a:moveTo>
                  <a:pt x="0" y="0"/>
                </a:moveTo>
                <a:lnTo>
                  <a:pt x="1255321" y="0"/>
                </a:lnTo>
                <a:lnTo>
                  <a:pt x="1255321" y="1390318"/>
                </a:lnTo>
                <a:lnTo>
                  <a:pt x="0" y="139031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286736" y="2158790"/>
            <a:ext cx="1077246" cy="1077246"/>
          </a:xfrm>
          <a:custGeom>
            <a:avLst/>
            <a:gdLst/>
            <a:ahLst/>
            <a:cxnLst/>
            <a:rect r="r" b="b" t="t" l="l"/>
            <a:pathLst>
              <a:path h="1077246" w="1077246">
                <a:moveTo>
                  <a:pt x="0" y="0"/>
                </a:moveTo>
                <a:lnTo>
                  <a:pt x="1077246" y="0"/>
                </a:lnTo>
                <a:lnTo>
                  <a:pt x="1077246" y="1077246"/>
                </a:lnTo>
                <a:lnTo>
                  <a:pt x="0" y="107724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1491538" y="941952"/>
            <a:ext cx="1195158" cy="1329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4074488" y="779407"/>
            <a:ext cx="1190625" cy="17402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283938" y="5881805"/>
            <a:ext cx="813330" cy="813330"/>
          </a:xfrm>
          <a:custGeom>
            <a:avLst/>
            <a:gdLst/>
            <a:ahLst/>
            <a:cxnLst/>
            <a:rect r="r" b="b" t="t" l="l"/>
            <a:pathLst>
              <a:path h="813330" w="813330">
                <a:moveTo>
                  <a:pt x="0" y="0"/>
                </a:moveTo>
                <a:lnTo>
                  <a:pt x="813330" y="0"/>
                </a:lnTo>
                <a:lnTo>
                  <a:pt x="813330" y="813331"/>
                </a:lnTo>
                <a:lnTo>
                  <a:pt x="0" y="81333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898569" y="1446194"/>
            <a:ext cx="1829416" cy="27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1"/>
              </a:lnSpc>
            </a:pPr>
            <a:r>
              <a:rPr lang="en-US" sz="170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 Registration</a:t>
            </a:r>
          </a:p>
        </p:txBody>
      </p:sp>
      <p:sp>
        <p:nvSpPr>
          <p:cNvPr name="AutoShape 15" id="15"/>
          <p:cNvSpPr/>
          <p:nvPr/>
        </p:nvSpPr>
        <p:spPr>
          <a:xfrm>
            <a:off x="6510328" y="1074895"/>
            <a:ext cx="1831971" cy="3600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H="true" flipV="true">
            <a:off x="8743456" y="851371"/>
            <a:ext cx="42155" cy="9602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6269686" y="2642119"/>
            <a:ext cx="1749140" cy="66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4743102" y="3216986"/>
            <a:ext cx="1984883" cy="27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1"/>
              </a:lnSpc>
            </a:pPr>
            <a:r>
              <a:rPr lang="en-US" sz="170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Browsing products</a:t>
            </a:r>
          </a:p>
        </p:txBody>
      </p:sp>
      <p:sp>
        <p:nvSpPr>
          <p:cNvPr name="AutoShape 19" id="19"/>
          <p:cNvSpPr/>
          <p:nvPr/>
        </p:nvSpPr>
        <p:spPr>
          <a:xfrm>
            <a:off x="3149356" y="2671712"/>
            <a:ext cx="1749140" cy="66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2031188" y="3090891"/>
            <a:ext cx="384608" cy="78280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626911" y="4857448"/>
            <a:ext cx="1013318" cy="27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1"/>
              </a:lnSpc>
            </a:pPr>
            <a:r>
              <a:rPr lang="en-US" sz="170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Checkout</a:t>
            </a:r>
          </a:p>
        </p:txBody>
      </p:sp>
      <p:sp>
        <p:nvSpPr>
          <p:cNvPr name="AutoShape 22" id="22"/>
          <p:cNvSpPr/>
          <p:nvPr/>
        </p:nvSpPr>
        <p:spPr>
          <a:xfrm flipV="true">
            <a:off x="2570838" y="4419770"/>
            <a:ext cx="2226759" cy="25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5265113" y="5003884"/>
            <a:ext cx="938007" cy="27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1"/>
              </a:lnSpc>
            </a:pPr>
            <a:r>
              <a:rPr lang="en-US" sz="170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Payment</a:t>
            </a:r>
          </a:p>
        </p:txBody>
      </p:sp>
      <p:sp>
        <p:nvSpPr>
          <p:cNvPr name="AutoShape 24" id="24"/>
          <p:cNvSpPr/>
          <p:nvPr/>
        </p:nvSpPr>
        <p:spPr>
          <a:xfrm flipV="true">
            <a:off x="6142756" y="4195542"/>
            <a:ext cx="1586470" cy="3456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6733976" y="5204174"/>
            <a:ext cx="2561469" cy="27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1"/>
              </a:lnSpc>
            </a:pPr>
            <a:r>
              <a:rPr lang="en-US" sz="170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 Message/Feedback</a:t>
            </a:r>
          </a:p>
        </p:txBody>
      </p:sp>
      <p:sp>
        <p:nvSpPr>
          <p:cNvPr name="AutoShape 26" id="26"/>
          <p:cNvSpPr/>
          <p:nvPr/>
        </p:nvSpPr>
        <p:spPr>
          <a:xfrm flipV="true">
            <a:off x="6213590" y="5481319"/>
            <a:ext cx="1442405" cy="94896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967574" y="6368636"/>
            <a:ext cx="3475322" cy="9349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2423576" y="4876498"/>
            <a:ext cx="2831431" cy="126667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2675892" y="3090891"/>
            <a:ext cx="2610844" cy="275328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5813277" y="4195542"/>
            <a:ext cx="38135" cy="128577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5813277" y="1501598"/>
            <a:ext cx="697052" cy="394641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2" id="32"/>
          <p:cNvSpPr/>
          <p:nvPr/>
        </p:nvSpPr>
        <p:spPr>
          <a:xfrm flipH="false" flipV="false" rot="0">
            <a:off x="417436" y="182918"/>
            <a:ext cx="1183260" cy="1097205"/>
          </a:xfrm>
          <a:custGeom>
            <a:avLst/>
            <a:gdLst/>
            <a:ahLst/>
            <a:cxnLst/>
            <a:rect r="r" b="b" t="t" l="l"/>
            <a:pathLst>
              <a:path h="1097205" w="1183260">
                <a:moveTo>
                  <a:pt x="0" y="0"/>
                </a:moveTo>
                <a:lnTo>
                  <a:pt x="1183260" y="0"/>
                </a:lnTo>
                <a:lnTo>
                  <a:pt x="1183260" y="1097204"/>
                </a:lnTo>
                <a:lnTo>
                  <a:pt x="0" y="109720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5396680" y="465282"/>
            <a:ext cx="1199737" cy="1075400"/>
          </a:xfrm>
          <a:custGeom>
            <a:avLst/>
            <a:gdLst/>
            <a:ahLst/>
            <a:cxnLst/>
            <a:rect r="r" b="b" t="t" l="l"/>
            <a:pathLst>
              <a:path h="1075400" w="1199737">
                <a:moveTo>
                  <a:pt x="0" y="0"/>
                </a:moveTo>
                <a:lnTo>
                  <a:pt x="1199737" y="0"/>
                </a:lnTo>
                <a:lnTo>
                  <a:pt x="1199737" y="1075401"/>
                </a:lnTo>
                <a:lnTo>
                  <a:pt x="0" y="1075401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277192" y="1353500"/>
            <a:ext cx="1609405" cy="27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1"/>
              </a:lnSpc>
            </a:pPr>
            <a:r>
              <a:rPr lang="en-US" sz="170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User/Costumer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892627" y="1353500"/>
            <a:ext cx="975932" cy="27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1"/>
              </a:lnSpc>
            </a:pPr>
            <a:r>
              <a:rPr lang="en-US" sz="170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Webpage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918609" y="1317146"/>
            <a:ext cx="581611" cy="27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1"/>
              </a:lnSpc>
            </a:pPr>
            <a:r>
              <a:rPr lang="en-US" sz="170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263086" y="2420268"/>
            <a:ext cx="1083784" cy="27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1"/>
              </a:lnSpc>
            </a:pPr>
            <a:r>
              <a:rPr lang="en-US" sz="170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Main page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81894" y="2623069"/>
            <a:ext cx="1217417" cy="27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1"/>
              </a:lnSpc>
            </a:pPr>
            <a:r>
              <a:rPr lang="en-US" sz="170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 to Cart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286736" y="6970023"/>
            <a:ext cx="999141" cy="27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1"/>
              </a:lnSpc>
            </a:pPr>
            <a:r>
              <a:rPr lang="en-US" sz="170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Database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09066" y="6840976"/>
            <a:ext cx="741744" cy="27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1"/>
              </a:lnSpc>
            </a:pPr>
            <a:r>
              <a:rPr lang="en-US" sz="170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Logout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031188" y="-99934"/>
            <a:ext cx="4943479" cy="565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9"/>
              </a:lnSpc>
            </a:pPr>
            <a:r>
              <a:rPr lang="en-US" sz="327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156" y="1949227"/>
            <a:ext cx="11359224" cy="3416746"/>
          </a:xfrm>
          <a:custGeom>
            <a:avLst/>
            <a:gdLst/>
            <a:ahLst/>
            <a:cxnLst/>
            <a:rect r="r" b="b" t="t" l="l"/>
            <a:pathLst>
              <a:path h="3416746" w="11359224">
                <a:moveTo>
                  <a:pt x="0" y="0"/>
                </a:moveTo>
                <a:lnTo>
                  <a:pt x="11359224" y="0"/>
                </a:lnTo>
                <a:lnTo>
                  <a:pt x="11359224" y="3416746"/>
                </a:lnTo>
                <a:lnTo>
                  <a:pt x="0" y="34167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26" r="-18287" b="-382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04732" y="412894"/>
            <a:ext cx="622399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Database Design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63131" y="1117842"/>
            <a:ext cx="6027338" cy="2870520"/>
          </a:xfrm>
          <a:custGeom>
            <a:avLst/>
            <a:gdLst/>
            <a:ahLst/>
            <a:cxnLst/>
            <a:rect r="r" b="b" t="t" l="l"/>
            <a:pathLst>
              <a:path h="2870520" w="6027338">
                <a:moveTo>
                  <a:pt x="0" y="0"/>
                </a:moveTo>
                <a:lnTo>
                  <a:pt x="6027338" y="0"/>
                </a:lnTo>
                <a:lnTo>
                  <a:pt x="6027338" y="2870520"/>
                </a:lnTo>
                <a:lnTo>
                  <a:pt x="0" y="2870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63131" y="4188387"/>
            <a:ext cx="6027338" cy="2878054"/>
          </a:xfrm>
          <a:custGeom>
            <a:avLst/>
            <a:gdLst/>
            <a:ahLst/>
            <a:cxnLst/>
            <a:rect r="r" b="b" t="t" l="l"/>
            <a:pathLst>
              <a:path h="2878054" w="6027338">
                <a:moveTo>
                  <a:pt x="0" y="0"/>
                </a:moveTo>
                <a:lnTo>
                  <a:pt x="6027338" y="0"/>
                </a:lnTo>
                <a:lnTo>
                  <a:pt x="6027338" y="2878054"/>
                </a:lnTo>
                <a:lnTo>
                  <a:pt x="0" y="28780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31565" y="-114300"/>
            <a:ext cx="7890469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Storyboard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70280" y="914400"/>
            <a:ext cx="6027338" cy="2855451"/>
          </a:xfrm>
          <a:custGeom>
            <a:avLst/>
            <a:gdLst/>
            <a:ahLst/>
            <a:cxnLst/>
            <a:rect r="r" b="b" t="t" l="l"/>
            <a:pathLst>
              <a:path h="2855451" w="6027338">
                <a:moveTo>
                  <a:pt x="0" y="0"/>
                </a:moveTo>
                <a:lnTo>
                  <a:pt x="6027338" y="0"/>
                </a:lnTo>
                <a:lnTo>
                  <a:pt x="6027338" y="2855451"/>
                </a:lnTo>
                <a:lnTo>
                  <a:pt x="0" y="28554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70280" y="3923976"/>
            <a:ext cx="6027338" cy="2862986"/>
          </a:xfrm>
          <a:custGeom>
            <a:avLst/>
            <a:gdLst/>
            <a:ahLst/>
            <a:cxnLst/>
            <a:rect r="r" b="b" t="t" l="l"/>
            <a:pathLst>
              <a:path h="2862986" w="6027338">
                <a:moveTo>
                  <a:pt x="0" y="0"/>
                </a:moveTo>
                <a:lnTo>
                  <a:pt x="6027338" y="0"/>
                </a:lnTo>
                <a:lnTo>
                  <a:pt x="6027338" y="2862986"/>
                </a:lnTo>
                <a:lnTo>
                  <a:pt x="0" y="2862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45818" y="-114300"/>
            <a:ext cx="807626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Storyboard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63131" y="1077354"/>
            <a:ext cx="6027338" cy="2855451"/>
          </a:xfrm>
          <a:custGeom>
            <a:avLst/>
            <a:gdLst/>
            <a:ahLst/>
            <a:cxnLst/>
            <a:rect r="r" b="b" t="t" l="l"/>
            <a:pathLst>
              <a:path h="2855451" w="6027338">
                <a:moveTo>
                  <a:pt x="0" y="0"/>
                </a:moveTo>
                <a:lnTo>
                  <a:pt x="6027338" y="0"/>
                </a:lnTo>
                <a:lnTo>
                  <a:pt x="6027338" y="2855452"/>
                </a:lnTo>
                <a:lnTo>
                  <a:pt x="0" y="28554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70280" y="4094731"/>
            <a:ext cx="6027338" cy="2870520"/>
          </a:xfrm>
          <a:custGeom>
            <a:avLst/>
            <a:gdLst/>
            <a:ahLst/>
            <a:cxnLst/>
            <a:rect r="r" b="b" t="t" l="l"/>
            <a:pathLst>
              <a:path h="2870520" w="6027338">
                <a:moveTo>
                  <a:pt x="0" y="0"/>
                </a:moveTo>
                <a:lnTo>
                  <a:pt x="6027338" y="0"/>
                </a:lnTo>
                <a:lnTo>
                  <a:pt x="6027338" y="2870520"/>
                </a:lnTo>
                <a:lnTo>
                  <a:pt x="0" y="2870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45818" y="-114300"/>
            <a:ext cx="807626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Storyboard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03239" y="1101835"/>
            <a:ext cx="6027338" cy="2870520"/>
          </a:xfrm>
          <a:custGeom>
            <a:avLst/>
            <a:gdLst/>
            <a:ahLst/>
            <a:cxnLst/>
            <a:rect r="r" b="b" t="t" l="l"/>
            <a:pathLst>
              <a:path h="2870520" w="6027338">
                <a:moveTo>
                  <a:pt x="0" y="0"/>
                </a:moveTo>
                <a:lnTo>
                  <a:pt x="6027338" y="0"/>
                </a:lnTo>
                <a:lnTo>
                  <a:pt x="6027338" y="2870519"/>
                </a:lnTo>
                <a:lnTo>
                  <a:pt x="0" y="28705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03239" y="4162854"/>
            <a:ext cx="6027338" cy="2862986"/>
          </a:xfrm>
          <a:custGeom>
            <a:avLst/>
            <a:gdLst/>
            <a:ahLst/>
            <a:cxnLst/>
            <a:rect r="r" b="b" t="t" l="l"/>
            <a:pathLst>
              <a:path h="2862986" w="6027338">
                <a:moveTo>
                  <a:pt x="0" y="0"/>
                </a:moveTo>
                <a:lnTo>
                  <a:pt x="6027338" y="0"/>
                </a:lnTo>
                <a:lnTo>
                  <a:pt x="6027338" y="2862986"/>
                </a:lnTo>
                <a:lnTo>
                  <a:pt x="0" y="2862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45818" y="-114300"/>
            <a:ext cx="807626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Storyboard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7052" y="3944327"/>
            <a:ext cx="6027338" cy="2878054"/>
          </a:xfrm>
          <a:custGeom>
            <a:avLst/>
            <a:gdLst/>
            <a:ahLst/>
            <a:cxnLst/>
            <a:rect r="r" b="b" t="t" l="l"/>
            <a:pathLst>
              <a:path h="2878054" w="6027338">
                <a:moveTo>
                  <a:pt x="0" y="0"/>
                </a:moveTo>
                <a:lnTo>
                  <a:pt x="6027338" y="0"/>
                </a:lnTo>
                <a:lnTo>
                  <a:pt x="6027338" y="2878054"/>
                </a:lnTo>
                <a:lnTo>
                  <a:pt x="0" y="28780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7052" y="1003151"/>
            <a:ext cx="6027338" cy="2855451"/>
          </a:xfrm>
          <a:custGeom>
            <a:avLst/>
            <a:gdLst/>
            <a:ahLst/>
            <a:cxnLst/>
            <a:rect r="r" b="b" t="t" l="l"/>
            <a:pathLst>
              <a:path h="2855451" w="6027338">
                <a:moveTo>
                  <a:pt x="0" y="0"/>
                </a:moveTo>
                <a:lnTo>
                  <a:pt x="6027338" y="0"/>
                </a:lnTo>
                <a:lnTo>
                  <a:pt x="6027338" y="2855451"/>
                </a:lnTo>
                <a:lnTo>
                  <a:pt x="0" y="28554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45818" y="-114300"/>
            <a:ext cx="807626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Storyboard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DAG6nh5ySCI</dc:identifier>
  <dcterms:modified xsi:type="dcterms:W3CDTF">2011-08-01T06:04:30Z</dcterms:modified>
  <cp:revision>1</cp:revision>
  <dc:title>User/Costumer</dc:title>
</cp:coreProperties>
</file>